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76006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4681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1657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2395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236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ish-a11/AI-Interview-Trainer-Agent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smtClean="0"/>
              <a:t>Lang 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7853325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smtClean="0"/>
                        <a:t>VAISHNAVI</a:t>
                      </a:r>
                      <a:r>
                        <a:rPr lang="en-US" sz="1400" baseline="0" dirty="0" smtClean="0"/>
                        <a:t> V KUMAR</a:t>
                      </a:r>
                      <a:endParaRPr lang="en-US" sz="1400" dirty="0" smtClean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/>
                        <a:t>vk178466@gmail.com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/>
                        <a:t>6384733886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2" y="1469750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/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AI Interview Trainer Agent </a:t>
            </a:r>
            <a:r>
              <a:rPr lang="en-US" sz="2400" b="1" dirty="0" smtClean="0"/>
              <a:t>using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293" y="3604814"/>
            <a:ext cx="702154" cy="920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Interview Trainer Agent</a:t>
            </a:r>
            <a:endParaRPr lang="en-US" b="1" dirty="0" smtClean="0"/>
          </a:p>
          <a:p>
            <a:pPr fontAlgn="base"/>
            <a:r>
              <a:rPr lang="en-US" sz="1600" b="1" dirty="0" smtClean="0"/>
              <a:t>The </a:t>
            </a:r>
            <a:r>
              <a:rPr lang="en-US" sz="1600" b="1" dirty="0"/>
              <a:t>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Many students and job seekers struggle to prepare effectively for technical and HR interviews due to lack of personalized guidance, realistic practice, and constructive feedback.</a:t>
            </a:r>
          </a:p>
          <a:p>
            <a:pPr fontAlgn="base"/>
            <a:r>
              <a:rPr lang="en-US" sz="1600" b="1" dirty="0"/>
              <a:t>The Objective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dirty="0"/>
              <a:t>Develop an AI-powered Interview Trainer Agent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technical interview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HR interview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Evaluates answers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skill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interview readiness</a:t>
            </a:r>
          </a:p>
          <a:p>
            <a:pPr fontAlgn="base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42821" y="1225113"/>
            <a:ext cx="10607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1060981" y="610324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13163" y="871172"/>
            <a:ext cx="6393097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 Flow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I used this approach 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                  Lang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Flow + IBM Granite + IBM watsonx.ai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060981" y="1071989"/>
            <a:ext cx="366037" cy="153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000" b="1" dirty="0"/>
              <a:t>Proposed </a:t>
            </a:r>
            <a:r>
              <a:rPr lang="en-US" sz="2000" b="1" dirty="0" smtClean="0"/>
              <a:t>Solution: </a:t>
            </a:r>
            <a:r>
              <a:rPr lang="en-IN" sz="2000" b="1" dirty="0"/>
              <a:t>AI Interview Trainer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1120140" y="2148840"/>
            <a:ext cx="80467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system helps candidates prepare for interviews by generating role-specific interview questions, evaluating responses, and providing personalized feedback.</a:t>
            </a:r>
          </a:p>
          <a:p>
            <a:r>
              <a:rPr lang="en-US" sz="1600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Technical Question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HR Question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Answer Evaluation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Interview Tips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Readiness Assessment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79665" y="2285999"/>
            <a:ext cx="340475" cy="125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Arrow 5"/>
          <p:cNvSpPr/>
          <p:nvPr/>
        </p:nvSpPr>
        <p:spPr>
          <a:xfrm>
            <a:off x="831273" y="2757055"/>
            <a:ext cx="288867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smtClean="0">
                <a:sym typeface="Times New Roman"/>
              </a:rPr>
              <a:t>Lang flow</a:t>
            </a:r>
            <a:r>
              <a:rPr lang="en-US" sz="3500" b="1" i="0" u="none" strike="noStrike" cap="none" dirty="0" smtClean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1. Chat Input</a:t>
            </a:r>
          </a:p>
          <a:p>
            <a:r>
              <a:rPr lang="en-US" dirty="0"/>
              <a:t>Receives user queries and interview requests.</a:t>
            </a:r>
          </a:p>
          <a:p>
            <a:r>
              <a:rPr lang="en-US" b="1" dirty="0"/>
              <a:t>2. Agent</a:t>
            </a:r>
          </a:p>
          <a:p>
            <a:r>
              <a:rPr lang="en-US" dirty="0"/>
              <a:t>Acts as the central AI component that processes user inputs and generates responses.</a:t>
            </a:r>
          </a:p>
          <a:p>
            <a:r>
              <a:rPr lang="en-US" b="1" dirty="0"/>
              <a:t>3. IBM Granite Model</a:t>
            </a:r>
          </a:p>
          <a:p>
            <a:r>
              <a:rPr lang="en-US" dirty="0"/>
              <a:t>Provides natural language understanding, reasoning, and interview question generation.</a:t>
            </a:r>
          </a:p>
          <a:p>
            <a:r>
              <a:rPr lang="en-US" b="1" dirty="0"/>
              <a:t>4. Chat Output</a:t>
            </a:r>
          </a:p>
          <a:p>
            <a:r>
              <a:rPr lang="en-US" dirty="0"/>
              <a:t>Displays generated interview questions, feedback, and recommendations.</a:t>
            </a:r>
          </a:p>
          <a:p>
            <a:r>
              <a:rPr lang="en-US" b="1" dirty="0"/>
              <a:t>5. Prompt Template</a:t>
            </a:r>
          </a:p>
          <a:p>
            <a:r>
              <a:rPr lang="en-US" dirty="0"/>
              <a:t>Structures prompts to guide the AI in producing accurate and consistent responses.</a:t>
            </a:r>
          </a:p>
          <a:p>
            <a:r>
              <a:rPr lang="en-US" b="1" dirty="0"/>
              <a:t>6. Read File (Future Enhancement)</a:t>
            </a:r>
          </a:p>
          <a:p>
            <a:r>
              <a:rPr lang="en-US" dirty="0"/>
              <a:t>Enables resume file reading and content extraction for personalized interview preparation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smtClean="0">
                <a:sym typeface="Times New Roman"/>
              </a:rPr>
              <a:t>Lang flow</a:t>
            </a:r>
            <a:r>
              <a:rPr lang="en-US" sz="3500" b="1" i="0" u="none" strike="noStrike" cap="none" dirty="0" smtClean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45" y="1280160"/>
            <a:ext cx="10058400" cy="441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0" y="771747"/>
            <a:ext cx="10058400" cy="5660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Role of </a:t>
            </a:r>
            <a:r>
              <a:rPr lang="en-US" sz="2400" b="1" dirty="0" smtClean="0"/>
              <a:t>: </a:t>
            </a:r>
            <a:r>
              <a:rPr lang="en-US" sz="2400" b="1" dirty="0"/>
              <a:t>A</a:t>
            </a:r>
            <a:r>
              <a:rPr lang="en-US" sz="2400" b="1" dirty="0" smtClean="0"/>
              <a:t>gentic </a:t>
            </a:r>
            <a:r>
              <a:rPr lang="en-US" sz="2400" b="1" dirty="0" smtClean="0"/>
              <a:t>AI</a:t>
            </a:r>
            <a:r>
              <a:rPr lang="en-US" sz="2400" b="1" dirty="0" smtClean="0"/>
              <a:t> </a:t>
            </a:r>
            <a:r>
              <a:rPr lang="en-US" sz="2400" b="1" dirty="0" smtClean="0"/>
              <a:t>for  interview trainer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AI agent: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Understands interview requirements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Generates personalized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Evaluates answers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Provides suggestions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Supports continuous learning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Lang Flow</a:t>
            </a:r>
            <a:endParaRPr lang="en-IN" sz="2400" b="1" dirty="0"/>
          </a:p>
          <a:p>
            <a:r>
              <a:rPr lang="en-IN" sz="2400" dirty="0"/>
              <a:t>Visual workflow orchestration.</a:t>
            </a:r>
          </a:p>
          <a:p>
            <a:r>
              <a:rPr lang="en-IN" sz="2400" b="1" dirty="0"/>
              <a:t>IBM Granite</a:t>
            </a:r>
          </a:p>
          <a:p>
            <a:r>
              <a:rPr lang="en-IN" sz="2400" dirty="0"/>
              <a:t>Large Language Model used for reasoning and question generation.</a:t>
            </a:r>
          </a:p>
          <a:p>
            <a:r>
              <a:rPr lang="en-IN" sz="2400" b="1" dirty="0"/>
              <a:t>Watsonx.ai</a:t>
            </a:r>
          </a:p>
          <a:p>
            <a:r>
              <a:rPr lang="en-IN" sz="2400" dirty="0"/>
              <a:t>Model hosting and inference.</a:t>
            </a:r>
          </a:p>
          <a:p>
            <a:r>
              <a:rPr lang="en-IN" sz="2400" b="1" dirty="0"/>
              <a:t>Python</a:t>
            </a:r>
          </a:p>
          <a:p>
            <a:r>
              <a:rPr lang="en-IN" sz="2400" dirty="0"/>
              <a:t>Backend integration.</a:t>
            </a:r>
          </a:p>
          <a:p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512618" y="1413164"/>
            <a:ext cx="264622" cy="692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Arrow 4"/>
          <p:cNvSpPr/>
          <p:nvPr/>
        </p:nvSpPr>
        <p:spPr>
          <a:xfrm>
            <a:off x="512618" y="2147455"/>
            <a:ext cx="264622" cy="692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Arrow 5"/>
          <p:cNvSpPr/>
          <p:nvPr/>
        </p:nvSpPr>
        <p:spPr>
          <a:xfrm>
            <a:off x="512618" y="2826327"/>
            <a:ext cx="264622" cy="110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6"/>
          <p:cNvSpPr/>
          <p:nvPr/>
        </p:nvSpPr>
        <p:spPr>
          <a:xfrm>
            <a:off x="512618" y="3546764"/>
            <a:ext cx="264622" cy="1246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Novelty and Uniqueness of the Proposed Solution</a:t>
            </a:r>
          </a:p>
          <a:p>
            <a:r>
              <a:rPr lang="en-US" b="1" dirty="0"/>
              <a:t>1. Personalized Interview Preparation</a:t>
            </a:r>
          </a:p>
          <a:p>
            <a:r>
              <a:rPr lang="en-US" dirty="0"/>
              <a:t>The system generates customized technical and HR interview questions based on the user's selected job role, helping candidates focus on relevant topics instead of generic question banks.</a:t>
            </a:r>
          </a:p>
          <a:p>
            <a:r>
              <a:rPr lang="en-US" b="1" dirty="0"/>
              <a:t>2. AI-Powered Question Generation</a:t>
            </a:r>
          </a:p>
          <a:p>
            <a:r>
              <a:rPr lang="en-US" dirty="0"/>
              <a:t>Using IBM Granite Models, the agent automatically creates interview questions that simulate real-world interview scenarios and improve candidate preparedness.</a:t>
            </a:r>
          </a:p>
          <a:p>
            <a:r>
              <a:rPr lang="en-US" b="1" dirty="0"/>
              <a:t>3. Intelligent Answer Evaluation</a:t>
            </a:r>
          </a:p>
          <a:p>
            <a:r>
              <a:rPr lang="en-US" dirty="0"/>
              <a:t>The agent analyzes candidate responses and provides constructive feedback, helping users understand their strengths and areas for improvement.</a:t>
            </a:r>
          </a:p>
          <a:p>
            <a:r>
              <a:rPr lang="en-US" b="1" dirty="0"/>
              <a:t>4. Real-Time Feedback and Suggestions</a:t>
            </a:r>
          </a:p>
          <a:p>
            <a:r>
              <a:rPr lang="en-US" dirty="0"/>
              <a:t>Unlike traditional interview preparation methods, the system instantly provides recommendations, improvement tips, and interview strategies after evaluating answers.</a:t>
            </a:r>
          </a:p>
          <a:p>
            <a:r>
              <a:rPr lang="en-US" b="1" dirty="0"/>
              <a:t>5. Agentic AI Workflow</a:t>
            </a:r>
          </a:p>
          <a:p>
            <a:r>
              <a:rPr lang="en-US" dirty="0"/>
              <a:t>The solution follows an Agentic AI approach where the AI agent autonomously handles question generation, answer evaluation, and feedback generation without manual intervention.</a:t>
            </a:r>
          </a:p>
          <a:p>
            <a:r>
              <a:rPr lang="en-US" b="1" dirty="0"/>
              <a:t>6. Career Readiness Assessment</a:t>
            </a:r>
          </a:p>
          <a:p>
            <a:r>
              <a:rPr lang="en-US" dirty="0"/>
              <a:t>The system helps users measure their interview readiness by identifying skill gaps and suggesting topics that require additional preparation.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37499" y="1240057"/>
            <a:ext cx="55915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/>
              <a:t>Repository Name:  AI-Interview-Trainer-Agent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9899" y="1967632"/>
            <a:ext cx="74065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Repository Contents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README.md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app.json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requirements.txt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Project PPT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Problem Statement PDF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Screenshots </a:t>
            </a:r>
          </a:p>
          <a:p>
            <a:r>
              <a:rPr lang="en-IN" dirty="0"/>
              <a:t>Add your GitHub repository </a:t>
            </a:r>
            <a:r>
              <a:rPr lang="en-IN" dirty="0" smtClean="0"/>
              <a:t>link : </a:t>
            </a:r>
            <a:r>
              <a:rPr lang="en-IN" dirty="0" smtClean="0">
                <a:hlinkClick r:id="rId3"/>
              </a:rPr>
              <a:t>https</a:t>
            </a:r>
            <a:r>
              <a:rPr lang="en-IN" dirty="0">
                <a:hlinkClick r:id="rId3"/>
              </a:rPr>
              <a:t>://</a:t>
            </a:r>
            <a:r>
              <a:rPr lang="en-IN" dirty="0" smtClean="0">
                <a:hlinkClick r:id="rId3"/>
              </a:rPr>
              <a:t>github.com/vaish-a11/AI-Interview-Trainer-Agent.git</a:t>
            </a:r>
            <a:endParaRPr lang="en-IN" dirty="0" smtClean="0"/>
          </a:p>
          <a:p>
            <a:r>
              <a:rPr lang="en-US" dirty="0" smtClean="0"/>
              <a:t>Github</a:t>
            </a:r>
            <a:r>
              <a:rPr lang="en-US" dirty="0"/>
              <a:t> </a:t>
            </a:r>
            <a:r>
              <a:rPr lang="en-US" dirty="0" smtClean="0"/>
              <a:t>id : https</a:t>
            </a:r>
            <a:r>
              <a:rPr lang="en-US" dirty="0"/>
              <a:t>://github.com/vaish-a11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Resume PDF Analysis</a:t>
            </a:r>
          </a:p>
          <a:p>
            <a:r>
              <a:rPr lang="en-US" sz="2000" dirty="0"/>
              <a:t>Generate personalized questions from resumes.</a:t>
            </a:r>
          </a:p>
          <a:p>
            <a:r>
              <a:rPr lang="en-US" sz="2000" b="1" dirty="0"/>
              <a:t>RAG-Based Knowledge Base</a:t>
            </a:r>
          </a:p>
          <a:p>
            <a:r>
              <a:rPr lang="en-US" sz="2000" dirty="0"/>
              <a:t>Retrieve interview-related content.</a:t>
            </a:r>
          </a:p>
          <a:p>
            <a:r>
              <a:rPr lang="en-US" sz="2000" b="1" dirty="0"/>
              <a:t>Voice-Based Mock Interviews</a:t>
            </a:r>
          </a:p>
          <a:p>
            <a:r>
              <a:rPr lang="en-US" sz="2000" dirty="0"/>
              <a:t>Real-time interview simulation.</a:t>
            </a:r>
          </a:p>
          <a:p>
            <a:r>
              <a:rPr lang="en-US" sz="2000" b="1" dirty="0"/>
              <a:t>Performance Analytics</a:t>
            </a:r>
          </a:p>
          <a:p>
            <a:r>
              <a:rPr lang="en-US" sz="2000" dirty="0"/>
              <a:t>Track improvement over time.</a:t>
            </a:r>
          </a:p>
          <a:p>
            <a:r>
              <a:rPr lang="en-US" sz="2000" b="1" dirty="0"/>
              <a:t>Multi-Language Support</a:t>
            </a:r>
          </a:p>
          <a:p>
            <a:r>
              <a:rPr lang="en-US" sz="2000" dirty="0"/>
              <a:t>Support interviews in multiple languages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914400" y="1340237"/>
            <a:ext cx="304324" cy="1722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ight Arrow 2"/>
          <p:cNvSpPr/>
          <p:nvPr/>
        </p:nvSpPr>
        <p:spPr>
          <a:xfrm>
            <a:off x="914400" y="1916892"/>
            <a:ext cx="304324" cy="16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>
            <a:off x="886215" y="2509819"/>
            <a:ext cx="304324" cy="16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914400" y="3139432"/>
            <a:ext cx="304324" cy="16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>
            <a:off x="886215" y="3765985"/>
            <a:ext cx="304324" cy="16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559</Words>
  <Application>Microsoft Office PowerPoint</Application>
  <PresentationFormat>Widescreen</PresentationFormat>
  <Paragraphs>137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Unicode MS</vt:lpstr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USER</cp:lastModifiedBy>
  <cp:revision>26</cp:revision>
  <dcterms:created xsi:type="dcterms:W3CDTF">2025-07-08T05:06:56Z</dcterms:created>
  <dcterms:modified xsi:type="dcterms:W3CDTF">2026-06-08T13:45:34Z</dcterms:modified>
</cp:coreProperties>
</file>